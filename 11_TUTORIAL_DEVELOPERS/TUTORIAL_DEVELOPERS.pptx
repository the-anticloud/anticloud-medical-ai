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MEDICAL_AI | Category: MEDICAL_HEALTH</a:t>
            </a:r>
          </a:p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MEDICAL_AI.</a:t>
            </a:r>
          </a:p>
          <a:p>
            <a:r>
              <a:rPr sz="1400"/>
              <a:t>Medical AI model hub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MEDICAL_AI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